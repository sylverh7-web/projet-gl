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81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92179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82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45014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58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957945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19675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02902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284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597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3737472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53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277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22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97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196289-D736-4C44-B07C-D9C039E4AA3F}" type="datetimeFigureOut">
              <a:rPr lang="en-CM" smtClean="0"/>
              <a:t>20/02/2026</a:t>
            </a:fld>
            <a:endParaRPr lang="en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BBFC98-AC99-4C81-B8F3-BA5B2A3A90C9}" type="slidenum">
              <a:rPr lang="en-CM" smtClean="0"/>
              <a:t>‹N°›</a:t>
            </a:fld>
            <a:endParaRPr lang="en-CM"/>
          </a:p>
        </p:txBody>
      </p:sp>
    </p:spTree>
    <p:extLst>
      <p:ext uri="{BB962C8B-B14F-4D97-AF65-F5344CB8AC3E}">
        <p14:creationId xmlns:p14="http://schemas.microsoft.com/office/powerpoint/2010/main" val="5428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CD775-06F8-4D35-9442-00C1385624FF}"/>
              </a:ext>
            </a:extLst>
          </p:cNvPr>
          <p:cNvSpPr/>
          <p:nvPr/>
        </p:nvSpPr>
        <p:spPr>
          <a:xfrm>
            <a:off x="-233082" y="-37633"/>
            <a:ext cx="12694023" cy="704803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774BEC-9183-4B6C-AFFB-EF3892016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752"/>
            <a:ext cx="9144000" cy="2051142"/>
          </a:xfrm>
        </p:spPr>
        <p:txBody>
          <a:bodyPr/>
          <a:lstStyle/>
          <a:p>
            <a:r>
              <a:rPr lang="fr-FR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PROJET GENIE LOGICIEL</a:t>
            </a:r>
            <a:endParaRPr lang="en-CM" b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C63591-61C0-41D0-B872-5B9C90021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50527"/>
          </a:xfrm>
        </p:spPr>
        <p:txBody>
          <a:bodyPr>
            <a:normAutofit/>
          </a:bodyPr>
          <a:lstStyle/>
          <a:p>
            <a:r>
              <a:rPr lang="fr-FR" sz="3200" b="1" u="sng" dirty="0">
                <a:solidFill>
                  <a:srgbClr val="FFFF00"/>
                </a:solidFill>
              </a:rPr>
              <a:t>DESCRIPTION</a:t>
            </a:r>
            <a:r>
              <a:rPr lang="fr-FR" sz="3200" b="1" dirty="0">
                <a:solidFill>
                  <a:srgbClr val="FFFF00"/>
                </a:solidFill>
              </a:rPr>
              <a:t> :  SITE QUI DONNE LES INFORMATIONS SUR LES ETUDIANTS</a:t>
            </a:r>
            <a:endParaRPr lang="en-CM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917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0665C0-65CC-40A8-8641-3945C4FA6959}"/>
              </a:ext>
            </a:extLst>
          </p:cNvPr>
          <p:cNvSpPr/>
          <p:nvPr/>
        </p:nvSpPr>
        <p:spPr>
          <a:xfrm>
            <a:off x="-385482" y="-62753"/>
            <a:ext cx="12747811" cy="692075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92D3E9-3F0E-402F-9E67-1C4ABA37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>
                <a:solidFill>
                  <a:srgbClr val="FFFF00"/>
                </a:solidFill>
                <a:latin typeface="Arial Black" panose="020B0A04020102020204" pitchFamily="34" charset="0"/>
              </a:rPr>
              <a:t>MEMBRES DU GROUPE</a:t>
            </a:r>
            <a:endParaRPr lang="en-CM" b="1" u="sng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804840-28C2-4605-BC66-5C01B1C4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7717"/>
            <a:ext cx="10515600" cy="3819245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KAMTO SYLVERE</a:t>
            </a:r>
          </a:p>
          <a:p>
            <a:r>
              <a:rPr lang="fr-FR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ONGBAKINE LAURE</a:t>
            </a:r>
          </a:p>
          <a:p>
            <a:r>
              <a:rPr lang="fr-FR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DEUTOU BRAYAN</a:t>
            </a:r>
          </a:p>
          <a:p>
            <a:r>
              <a:rPr lang="fr-FR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KAMDEM PRINCESS</a:t>
            </a:r>
            <a:endParaRPr lang="en-CM" sz="32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1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B77B093-BC89-4CD7-AF71-1D64DC9D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270" y="968188"/>
            <a:ext cx="3718455" cy="1371600"/>
          </a:xfrm>
        </p:spPr>
        <p:txBody>
          <a:bodyPr>
            <a:normAutofit/>
          </a:bodyPr>
          <a:lstStyle/>
          <a:p>
            <a:r>
              <a:rPr lang="fr-FR" sz="3200" b="1" u="sng" dirty="0">
                <a:solidFill>
                  <a:schemeClr val="tx1"/>
                </a:solidFill>
                <a:latin typeface="Arial Black" panose="020B0A04020102020204" pitchFamily="34" charset="0"/>
              </a:rPr>
              <a:t>PAGE D’ACCEUIL</a:t>
            </a:r>
            <a:endParaRPr lang="en-CM" sz="3200" b="1" u="sng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7E08A81C-6128-4923-97DE-03EF6EEC1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968188"/>
            <a:ext cx="6172200" cy="4791325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D1564BA-B70B-4965-80C9-3727E0F62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74894"/>
            <a:ext cx="4126659" cy="2794093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chemeClr val="tx1"/>
                </a:solidFill>
              </a:rPr>
              <a:t>Ici on peut soit rechercher un Etudiant soit se connecter en tant que administrateur</a:t>
            </a:r>
            <a:endParaRPr lang="en-CM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2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13B49-4D7E-4EB0-B1F6-2ECCBE9E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093694"/>
            <a:ext cx="3718455" cy="1308847"/>
          </a:xfrm>
        </p:spPr>
        <p:txBody>
          <a:bodyPr>
            <a:normAutofit/>
          </a:bodyPr>
          <a:lstStyle/>
          <a:p>
            <a:r>
              <a:rPr lang="fr-FR" sz="3200" b="1" u="sng" dirty="0">
                <a:latin typeface="Arial Black" panose="020B0A04020102020204" pitchFamily="34" charset="0"/>
              </a:rPr>
              <a:t>CONNEXION</a:t>
            </a:r>
            <a:endParaRPr lang="en-CM" sz="3200" b="1" u="sng" dirty="0">
              <a:latin typeface="Arial Black" panose="020B0A04020102020204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47CFDFC-F9B3-4E82-B9BE-97982AF32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1093693"/>
            <a:ext cx="5733956" cy="4733365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44423E-C4B9-4660-9C3C-389E698D3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Ici l’administrateur peut se connecter</a:t>
            </a:r>
            <a:endParaRPr lang="en-CM" sz="2800" b="1" dirty="0"/>
          </a:p>
        </p:txBody>
      </p:sp>
    </p:spTree>
    <p:extLst>
      <p:ext uri="{BB962C8B-B14F-4D97-AF65-F5344CB8AC3E}">
        <p14:creationId xmlns:p14="http://schemas.microsoft.com/office/powerpoint/2010/main" val="313032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D92DF0-04A6-49BB-AFCA-D978DDAC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989013"/>
            <a:ext cx="3718455" cy="1371600"/>
          </a:xfrm>
        </p:spPr>
        <p:txBody>
          <a:bodyPr>
            <a:normAutofit/>
          </a:bodyPr>
          <a:lstStyle/>
          <a:p>
            <a:r>
              <a:rPr lang="fr-FR" sz="3600" u="sng" dirty="0">
                <a:solidFill>
                  <a:schemeClr val="tx1"/>
                </a:solidFill>
                <a:latin typeface="Arial Black" panose="020B0A04020102020204" pitchFamily="34" charset="0"/>
              </a:rPr>
              <a:t>LA RECHERCHE</a:t>
            </a:r>
            <a:endParaRPr lang="en-CM" sz="3600" u="sng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FE3EF37-72BB-4BB2-B126-03EE34D57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358" y="1072730"/>
            <a:ext cx="6248400" cy="4712539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B8E148-6823-482B-AB5C-579ADCA7F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65928"/>
            <a:ext cx="4243200" cy="2803059"/>
          </a:xfrm>
        </p:spPr>
        <p:txBody>
          <a:bodyPr>
            <a:normAutofit/>
          </a:bodyPr>
          <a:lstStyle/>
          <a:p>
            <a:r>
              <a:rPr lang="fr-FR" sz="2400" b="1" dirty="0">
                <a:solidFill>
                  <a:schemeClr val="tx1"/>
                </a:solidFill>
              </a:rPr>
              <a:t>Ici on peut voir le résultat de la recherche avec les informations de l’étudiant</a:t>
            </a:r>
            <a:endParaRPr lang="en-CM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1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81BB6-2926-4661-81CE-F93B3A73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0" y="1093693"/>
            <a:ext cx="3718455" cy="1254063"/>
          </a:xfrm>
        </p:spPr>
        <p:txBody>
          <a:bodyPr/>
          <a:lstStyle/>
          <a:p>
            <a:r>
              <a:rPr lang="fr-FR" u="sng" dirty="0">
                <a:solidFill>
                  <a:schemeClr val="tx1"/>
                </a:solidFill>
                <a:latin typeface="Arial Black" panose="020B0A04020102020204" pitchFamily="34" charset="0"/>
              </a:rPr>
              <a:t>PANNEAU ADMINISTRATEUR</a:t>
            </a:r>
            <a:endParaRPr lang="en-CM" u="sng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5809D9D-6D33-48EA-96C4-7EB7C9697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265" y="1093693"/>
            <a:ext cx="6372911" cy="467061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9BEC14-934D-40F9-B012-3DA908F3E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Ici on peut modifier , rechercher et ajouter un nouvel étudiant </a:t>
            </a:r>
            <a:endParaRPr lang="en-CM" sz="2800" b="1" dirty="0"/>
          </a:p>
        </p:txBody>
      </p:sp>
    </p:spTree>
    <p:extLst>
      <p:ext uri="{BB962C8B-B14F-4D97-AF65-F5344CB8AC3E}">
        <p14:creationId xmlns:p14="http://schemas.microsoft.com/office/powerpoint/2010/main" val="2688368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75</Words>
  <Application>Microsoft Office PowerPoint</Application>
  <PresentationFormat>Grand écran</PresentationFormat>
  <Paragraphs>15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Garamond</vt:lpstr>
      <vt:lpstr>Organique</vt:lpstr>
      <vt:lpstr>PROJET GENIE LOGICIEL</vt:lpstr>
      <vt:lpstr>MEMBRES DU GROUPE</vt:lpstr>
      <vt:lpstr>PAGE D’ACCEUIL</vt:lpstr>
      <vt:lpstr>CONNEXION</vt:lpstr>
      <vt:lpstr>LA RECHERCHE</vt:lpstr>
      <vt:lpstr>PANNEAU ADMINISTRATEUR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GENIE LOGICIEL</dc:title>
  <dc:creator>K S E</dc:creator>
  <cp:lastModifiedBy>K S E</cp:lastModifiedBy>
  <cp:revision>5</cp:revision>
  <dcterms:created xsi:type="dcterms:W3CDTF">2026-02-20T19:41:23Z</dcterms:created>
  <dcterms:modified xsi:type="dcterms:W3CDTF">2026-02-20T20:11:34Z</dcterms:modified>
</cp:coreProperties>
</file>